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0C39-9247-4998-B3A0-BA50F618C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75A54-A16C-438E-B6B4-CFA41FB1D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92B1-BCF3-4748-B183-A87CD564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2273-9E42-46AE-A672-D4ECC784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D45B7-868D-4424-90AA-B79DE4BF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50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E044-9BE9-405D-99B6-7EF83D7A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085B3-760D-49A6-AF4E-A6677ED59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32207-A153-4545-93A8-6432EA3D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69EDD-908C-4A1B-922E-397C8499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C4A4B-281B-498B-813A-D5024F1B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0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C692-4193-42E8-872C-2DE2F6A6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1C836-410D-40DE-86FB-AB22A3B6F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FD39-C82A-4124-9503-44664E5BF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FAD3C-9C22-46B0-9DA6-67096915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9FBD-157F-4EEB-84F2-A5B18878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84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6540-F25A-49AC-84E6-12A3C986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812E-311F-41DA-89D8-FC6C361F6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71B7A-3D5B-4E3F-B6DE-9AF00F646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FDB28-BDF6-4E4B-BF37-FF50A010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82A43-460D-4E60-BAEF-E5345755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8AA2-BDFF-4860-85BB-EC1F5A59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42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5F3F-1C59-4FCC-9A2F-761D1FFB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803CE-7752-4FEB-9D99-34EC94ABF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01B7B-538F-4E8B-9013-29AFA9920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1ABBA-A926-4C19-B958-499AA46BF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C33F9-0CB0-46C1-8496-C0E87161F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589C1-6E6A-40EB-B3DF-AD70429B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C3880-F4F5-4C54-ABBF-04988E3F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A2C75-5F96-4D27-B390-41BA521C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54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B241-CF06-490D-AC4E-AFD07DAF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AFC54-80E6-4742-B6C5-6EC24758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79B00-B493-4AF7-9C1E-5B4D3665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AEC22-B9AA-4C69-95F4-15C210A2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9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88A94-7D05-4DE9-BE04-AAD67D4F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003EB-9D5D-4137-B38E-742AD1DA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7B98B-50CB-4F00-A7B6-FC25BDFC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98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4CB54-BF66-49BA-89D1-EFEEC39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93AAD-498B-46E6-AF6C-4813B1FFF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7877-273F-49B0-9D65-13A4BFF5B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5E6FD-FD99-4FA8-B398-975F0185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47AEC-2A2A-486D-AF88-53788D1B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55D03-AB50-4FC8-AD23-11061A2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2A4E-C0A7-46E3-8957-AC9CBF20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58009-7611-4019-B5A5-F0C85A5B4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88CA3-856F-4468-A320-45CDE6CE0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90E65-C51A-4590-AD91-BF914DEF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81300-63EE-4BAF-96C1-4A01C8DB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36865-E427-466F-9F4B-517BA235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64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699A-4EAA-46AE-B583-B7783D3F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1511B-DBD4-4822-B609-A86013EFD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121CB-9AB0-4AC9-A585-81E6645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CBF3-53AC-409E-9389-FA227CF0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136CD-3F38-4EB7-9BBB-F8A2B110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79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B1A01-9314-43F8-9D8C-7C3621A54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DE30-98F9-4136-9D35-ED3A9DA42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02FD2-031C-485C-91BE-F1DFCCE7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F2C3-705D-450C-AE2C-80EF51E3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007EC-EADF-4935-AA47-9BD48660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63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91D1B-3C69-4477-AB59-AB86EDDC0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54306-6039-4957-8CB6-CCD18E196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5C928-DB71-467B-80C2-30C137F5F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CF492-301A-41EE-9AF3-8933C7A65F52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0D77-2034-438E-8F84-64016FA1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D72A6-8D4E-411B-9C11-C374784BA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A8D26-54ED-4C6A-B636-78096D5D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6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DCC825-AE9A-424C-B501-F6B44BF64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1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DEB6C-5962-46E6-ABEC-E62AFE29D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09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10C9A-A9AC-440F-A683-12A10C6F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8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612F5-6C3F-430D-B0F5-2582B42E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42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44B13-EBF9-45F8-8BBC-B8F28312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9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1A43C-C2FE-41F7-9CD2-B2FFFE2B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77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98437-CF9D-4535-BAD4-C45FE45BD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8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AE641D-BD2F-444C-8471-A877F6A9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56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32B7FF-97F7-4950-BB82-1827DCEF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35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6734A-25C1-46BA-939A-4648FA72B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76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2554DE-4D0E-416D-8223-9F929E314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22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E6808B-CDCA-4DA5-AA33-5D5B3789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91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</dc:creator>
  <cp:lastModifiedBy>Jian</cp:lastModifiedBy>
  <cp:revision>1</cp:revision>
  <dcterms:created xsi:type="dcterms:W3CDTF">2026-08-12T18:51:40Z</dcterms:created>
  <dcterms:modified xsi:type="dcterms:W3CDTF">2026-08-12T18:58:46Z</dcterms:modified>
</cp:coreProperties>
</file>